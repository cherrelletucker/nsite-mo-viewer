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MO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Market Outreach Stakeholder Engagement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SEP Review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Today's SEP Questions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645920"/>
            <a:ext cx="731520" cy="7315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What's New?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24242"/>
                </a:solidFill>
              </a:defRPr>
            </a:pPr>
            <a:r>
              <a:t>What is the most recent thing this Solution did</a:t>
            </a:r>
            <a:br/>
            <a:r>
              <a:t>and did we talk to stakeholders about it?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3200400"/>
            <a:ext cx="731520" cy="7315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00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Meeting Needs?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24242"/>
                </a:solidFill>
              </a:defRPr>
            </a:pPr>
            <a:r>
              <a:t>Are we meeting the needs of stakeholders</a:t>
            </a:r>
            <a:br/>
            <a:r>
              <a:t>with this solution?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754880"/>
            <a:ext cx="731520" cy="7315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754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Growth Opportunities?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212079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24242"/>
                </a:solidFill>
              </a:defRPr>
            </a:pPr>
            <a:r>
              <a:t>Are there unexplored agencies we can</a:t>
            </a:r>
            <a:br/>
            <a:r>
              <a:t>connect with to promote this Solution?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Q1: What's New &amp; Did We Discuss It?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Implementation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Tracks all SEP activities with status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Color-coded progress indicators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Stakeholder touchpoints logged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Historical engagement timeline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04FFE"/>
                </a:solidFill>
              </a:defRPr>
            </a:pPr>
            <a:r>
              <a:t>SEP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Real-time stakeholder metrics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Communication logs &amp; history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Meeting notes &amp; follow-ups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Engagement frequency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Recent Activities Tracked in MO Viewer:</a:t>
            </a:r>
          </a:p>
          <a:p>
            <a:pPr>
              <a:spcBef>
                <a:spcPts val="800"/>
              </a:spcBef>
              <a:defRPr sz="1600">
                <a:solidFill>
                  <a:srgbClr val="424242"/>
                </a:solidFill>
              </a:defRPr>
            </a:pPr>
            <a:r>
              <a:t>• All stakeholder communications logged with dates and outcomes</a:t>
            </a:r>
          </a:p>
          <a:p>
            <a:pPr>
              <a:spcBef>
                <a:spcPts val="800"/>
              </a:spcBef>
              <a:defRPr sz="1600">
                <a:solidFill>
                  <a:srgbClr val="424242"/>
                </a:solidFill>
              </a:defRPr>
            </a:pPr>
            <a:r>
              <a:t>• Event participation tracked (conferences, webinars, meetings)</a:t>
            </a:r>
          </a:p>
          <a:p>
            <a:pPr>
              <a:spcBef>
                <a:spcPts val="800"/>
              </a:spcBef>
              <a:defRPr sz="1600">
                <a:solidFill>
                  <a:srgbClr val="424242"/>
                </a:solidFill>
              </a:defRPr>
            </a:pPr>
            <a:r>
              <a:t>• Reports generated and shared with leadership</a:t>
            </a:r>
          </a:p>
          <a:p>
            <a:pPr>
              <a:spcBef>
                <a:spcPts val="800"/>
              </a:spcBef>
              <a:defRPr sz="1600">
                <a:solidFill>
                  <a:srgbClr val="424242"/>
                </a:solidFill>
              </a:defRPr>
            </a:pPr>
            <a:r>
              <a:t>• Follow-up actions assigned and monitored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Demo: Implementation &amp; Activity Tracking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1A237E"/>
                </a:solidFill>
              </a:defRPr>
            </a:pPr>
            <a:br/>
            <a:br/>
            <a:r>
              <a:t>LIVE DEMO</a:t>
            </a:r>
          </a:p>
          <a:p>
            <a:br/>
            <a:pPr algn="ctr">
              <a:defRPr sz="2400">
                <a:solidFill>
                  <a:srgbClr val="424242"/>
                </a:solidFill>
              </a:defRPr>
            </a:pPr>
            <a:r>
              <a:t>Implementation Dashboard → Activity Timeline →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Q2: Are We Meeting Stakeholder Needs?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04FFE"/>
                </a:solidFill>
              </a:defRPr>
            </a:pPr>
            <a:r>
              <a:t>Agencies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Complete agency profiles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Contact information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Engagement history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Need alignment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576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087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Contacts Directory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Stakeholder database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Relationship tracking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Communication prefs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Role-based filtering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6576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087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800"/>
                </a:solidFill>
              </a:defRPr>
            </a:pPr>
            <a:r>
              <a:t>Need Alignment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Gap analysis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Coverage metrics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Priority mapping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Action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How MO Viewer Ensures We Meet Needs:</a:t>
            </a:r>
          </a:p>
          <a:p>
            <a:pPr>
              <a:spcBef>
                <a:spcPts val="1000"/>
              </a:spcBef>
              <a:defRPr sz="1800">
                <a:solidFill>
                  <a:srgbClr val="424242"/>
                </a:solidFill>
              </a:defRPr>
            </a:pPr>
            <a:r>
              <a:t>✓ Stakeholder needs mapped to solution capabilities</a:t>
            </a:r>
          </a:p>
          <a:p>
            <a:pPr>
              <a:spcBef>
                <a:spcPts val="1000"/>
              </a:spcBef>
              <a:defRPr sz="1800">
                <a:solidFill>
                  <a:srgbClr val="424242"/>
                </a:solidFill>
              </a:defRPr>
            </a:pPr>
            <a:r>
              <a:t>✓ Engagement scoring identifies under-served agencies</a:t>
            </a:r>
          </a:p>
          <a:p>
            <a:pPr>
              <a:spcBef>
                <a:spcPts val="1000"/>
              </a:spcBef>
              <a:defRPr sz="1800">
                <a:solidFill>
                  <a:srgbClr val="424242"/>
                </a:solidFill>
              </a:defRPr>
            </a:pPr>
            <a:r>
              <a:t>✓ Automated reports flag gaps in coverage</a:t>
            </a:r>
          </a:p>
          <a:p>
            <a:pPr>
              <a:spcBef>
                <a:spcPts val="1000"/>
              </a:spcBef>
              <a:defRPr sz="1800">
                <a:solidFill>
                  <a:srgbClr val="424242"/>
                </a:solidFill>
              </a:defRPr>
            </a:pPr>
            <a:r>
              <a:t>✓ Historical data shows improvement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Demo: Stakeholder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1A237E"/>
                </a:solidFill>
              </a:defRPr>
            </a:pPr>
            <a:br/>
            <a:br/>
            <a:r>
              <a:t>LIVE DEMO</a:t>
            </a:r>
          </a:p>
          <a:p>
            <a:br/>
            <a:pPr algn="ctr">
              <a:defRPr sz="2400">
                <a:solidFill>
                  <a:srgbClr val="424242"/>
                </a:solidFill>
              </a:defRPr>
            </a:pPr>
            <a:r>
              <a:t>SEP Dashboard → Agencies → Contacts → Need Alignment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Q3: Unexplored Growth Opportunities?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04FFE"/>
                </a:solidFill>
              </a:defRPr>
            </a:pPr>
            <a:r>
              <a:t>Cold Agency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Agencies with no recent contact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Engagement score below threshold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Visual indicators (blue = cold)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Prioritization recommendations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800"/>
                </a:solidFill>
              </a:defRPr>
            </a:pPr>
            <a:r>
              <a:t>Department Reach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Coverage by department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Penetration percentages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White space analysis</a:t>
            </a:r>
          </a:p>
          <a:p>
            <a:pPr>
              <a:spcBef>
                <a:spcPts val="400"/>
              </a:spcBef>
              <a:defRPr sz="1400">
                <a:solidFill>
                  <a:srgbClr val="424242"/>
                </a:solidFill>
              </a:defRPr>
            </a:pPr>
            <a:r>
              <a:t>• Target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Outreach &amp; Events Module</a:t>
            </a:r>
          </a:p>
          <a:p>
            <a:pPr>
              <a:spcBef>
                <a:spcPts val="800"/>
              </a:spcBef>
              <a:defRPr sz="1600">
                <a:solidFill>
                  <a:srgbClr val="424242"/>
                </a:solidFill>
              </a:defRPr>
            </a:pPr>
            <a:r>
              <a:t>→ Track upcoming conferences and events</a:t>
            </a:r>
          </a:p>
          <a:p>
            <a:pPr>
              <a:spcBef>
                <a:spcPts val="800"/>
              </a:spcBef>
              <a:defRPr sz="1600">
                <a:solidFill>
                  <a:srgbClr val="424242"/>
                </a:solidFill>
              </a:defRPr>
            </a:pPr>
            <a:r>
              <a:t>→ Identify networking opportunities</a:t>
            </a:r>
          </a:p>
          <a:p>
            <a:pPr>
              <a:spcBef>
                <a:spcPts val="800"/>
              </a:spcBef>
              <a:defRPr sz="1600">
                <a:solidFill>
                  <a:srgbClr val="424242"/>
                </a:solidFill>
              </a:defRPr>
            </a:pPr>
            <a:r>
              <a:t>→ Generate prep reports with guest profiles</a:t>
            </a:r>
          </a:p>
          <a:p>
            <a:pPr>
              <a:spcBef>
                <a:spcPts val="800"/>
              </a:spcBef>
              <a:defRPr sz="1600">
                <a:solidFill>
                  <a:srgbClr val="424242"/>
                </a:solidFill>
              </a:defRPr>
            </a:pPr>
            <a:r>
              <a:t>→ Export to Google Docs for meetings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Demo: Finding Growth Opportunities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1A237E"/>
                </a:solidFill>
              </a:defRPr>
            </a:pPr>
            <a:br/>
            <a:br/>
            <a:r>
              <a:t>LIVE DEMO</a:t>
            </a:r>
          </a:p>
          <a:p>
            <a:br/>
            <a:pPr algn="ctr">
              <a:defRPr sz="2400">
                <a:solidFill>
                  <a:srgbClr val="424242"/>
                </a:solidFill>
              </a:defRPr>
            </a:pPr>
            <a:r>
              <a:t>Agencies (Cold) → Dept Reach Report → Events → Prep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MO Viewer: Answering SEP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6576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CAF50"/>
                </a:solidFill>
              </a:defRPr>
            </a:pPr>
            <a:r>
              <a:t>Q1: What's New?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Implementation Dashboard &amp; Activity Logs</a:t>
            </a:r>
            <a:br/>
            <a:r>
              <a:t>track all recent stakeholder interactions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645920"/>
            <a:ext cx="36576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8288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04FFE"/>
                </a:solidFill>
              </a:defRPr>
            </a:pPr>
            <a:r>
              <a:t>Q2: Meeting Needs?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560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SEP Dashboard, Agencies &amp; Contacts views</a:t>
            </a:r>
            <a:br/>
            <a:r>
              <a:t>ensure comprehensive stakeholder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645920"/>
            <a:ext cx="36576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8288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9800"/>
                </a:solidFill>
              </a:defRPr>
            </a:pPr>
            <a:r>
              <a:t>Q3: Growth?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560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Cold indicators, Dept Reach &amp; Events</a:t>
            </a:r>
            <a:br/>
            <a:r>
              <a:t>identify and pursue new 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237E"/>
                </a:solidFill>
              </a:defRPr>
            </a:pPr>
            <a:r>
              <a:t>One platform for complete stakeholder engagement visibility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